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Fuzz Seed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Hello World</a:t>
            </a:r>
          </a:p>
          <a:p>
            <a:r>
              <a:t>This is a valid PPTX slide generated using python-pptx.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