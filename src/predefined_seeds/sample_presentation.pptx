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Fuzz Seed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presentation slide content for testing conversion to markdown.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