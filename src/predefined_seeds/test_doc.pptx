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 Seed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1: Introduction</a:t>
            </a:r>
          </a:p>
          <a:p>
            <a:r>
              <a:t>- Welcome to the test</a:t>
            </a:r>
          </a:p>
          <a:p>
            <a:r>
              <a:t>- Key points</a:t>
            </a:r>
          </a:p>
          <a:p/>
          <a:p>
            <a:r>
              <a:t>Slide 2: Conclusion</a:t>
            </a:r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